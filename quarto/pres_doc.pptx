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Point presentation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John Doe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</a:t>
            </a:r>
          </a:p>
          <a:p>
            <a:pPr lvl="0"/>
            <a:r>
              <a:rPr/>
              <a:t>b</a:t>
            </a:r>
          </a:p>
          <a:p>
            <a:pPr lvl="0"/>
            <a:r>
              <a:rPr/>
              <a:t>c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</a:t>
            </a:r>
          </a:p>
          <a:p>
            <a:pPr lvl="0" indent="-342900" marL="342900">
              <a:buAutoNum type="arabicPeriod"/>
            </a:pPr>
            <a:r>
              <a:rPr/>
              <a:t>B</a:t>
            </a:r>
          </a:p>
          <a:p>
            <a:pPr lvl="0" indent="-342900" marL="342900">
              <a:buAutoNum type="arabicPeriod"/>
            </a:pPr>
            <a:r>
              <a:rPr/>
              <a:t>C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3</a:t>
            </a:r>
          </a:p>
        </p:txBody>
      </p:sp>
      <p:pic>
        <p:nvPicPr>
          <p:cNvPr descr="images/elepha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27300" y="1193800"/>
            <a:ext cx="4089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Caption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 Point presentation</dc:title>
  <dc:creator>John Doe</dc:creator>
  <cp:keywords/>
  <dcterms:created xsi:type="dcterms:W3CDTF">2026-01-27T10:45:18Z</dcterms:created>
  <dcterms:modified xsi:type="dcterms:W3CDTF">2026-01-27T10:45:18Z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