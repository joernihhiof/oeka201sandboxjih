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Abc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goes here….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</a:t>
            </a:r>
          </a:p>
        </p:txBody>
      </p:sp>
      <p:pic>
        <p:nvPicPr>
          <p:cNvPr descr="elepha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42900"/>
            <a:ext cx="51054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accepts html code</a:t>
                </a:r>
              </a:p>
              <a:p>
                <a:pPr lvl="0" indent="0" marL="0">
                  <a:buNone/>
                </a:pPr>
                <a:r>
                  <a:rPr/>
                  <a:t>addf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K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this case the shourt run prouction function is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Center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/>
  <cp:keywords/>
  <dcterms:created xsi:type="dcterms:W3CDTF">2026-01-26T15:02:48Z</dcterms:created>
  <dcterms:modified xsi:type="dcterms:W3CDTF">2026-01-26T15:02:48Z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